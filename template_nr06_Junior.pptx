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9359900" cy="12347575"/>
  <p:notesSz cx="7104063" cy="10234613"/>
  <p:embeddedFontLst>
    <p:embeddedFont>
      <p:font typeface="Arial Black" panose="020B0A04020102020204" pitchFamily="34" charset="0"/>
      <p:regular r:id="rId4"/>
      <p:bold r:id="rId5"/>
    </p:embeddedFont>
    <p:embeddedFont>
      <p:font typeface="Century Gothic" panose="020B0502020202020204" pitchFamily="34" charset="0"/>
      <p:regular r:id="rId6"/>
      <p:bold r:id="rId7"/>
      <p:italic r:id="rId8"/>
      <p:boldItalic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hihyKZO4JSiOrsa4p9cMba75HU2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97088" y="768350"/>
            <a:ext cx="2909887"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390" y="4861424"/>
            <a:ext cx="5683219" cy="4605566"/>
          </a:xfrm>
          <a:prstGeom prst="rect">
            <a:avLst/>
          </a:prstGeom>
          <a:noFill/>
          <a:ln>
            <a:noFill/>
          </a:ln>
        </p:spPr>
        <p:txBody>
          <a:bodyPr spcFirstLastPara="1" wrap="square" lIns="93725" tIns="93725" rIns="93725" bIns="937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10390" y="4861424"/>
            <a:ext cx="5683219" cy="4605566"/>
          </a:xfrm>
          <a:prstGeom prst="rect">
            <a:avLst/>
          </a:prstGeom>
          <a:noFill/>
          <a:ln>
            <a:noFill/>
          </a:ln>
        </p:spPr>
        <p:txBody>
          <a:bodyPr spcFirstLastPara="1" wrap="square" lIns="93725" tIns="93725" rIns="93725" bIns="937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2097088" y="766763"/>
            <a:ext cx="2909887" cy="3838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701993" y="2020773"/>
            <a:ext cx="7955915" cy="429878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142"/>
              <a:buFont typeface="Calibri"/>
              <a:buNone/>
              <a:defRPr sz="6142"/>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169988" y="6485336"/>
            <a:ext cx="7019925" cy="298113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24"/>
              </a:spcBef>
              <a:spcAft>
                <a:spcPts val="0"/>
              </a:spcAft>
              <a:buClr>
                <a:schemeClr val="dk1"/>
              </a:buClr>
              <a:buSzPts val="2457"/>
              <a:buNone/>
              <a:defRPr sz="2457"/>
            </a:lvl1pPr>
            <a:lvl2pPr lvl="1" algn="ctr">
              <a:lnSpc>
                <a:spcPct val="90000"/>
              </a:lnSpc>
              <a:spcBef>
                <a:spcPts val="512"/>
              </a:spcBef>
              <a:spcAft>
                <a:spcPts val="0"/>
              </a:spcAft>
              <a:buClr>
                <a:schemeClr val="dk1"/>
              </a:buClr>
              <a:buSzPts val="2047"/>
              <a:buNone/>
              <a:defRPr sz="2045"/>
            </a:lvl2pPr>
            <a:lvl3pPr lvl="2" algn="ctr">
              <a:lnSpc>
                <a:spcPct val="90000"/>
              </a:lnSpc>
              <a:spcBef>
                <a:spcPts val="512"/>
              </a:spcBef>
              <a:spcAft>
                <a:spcPts val="0"/>
              </a:spcAft>
              <a:buClr>
                <a:schemeClr val="dk1"/>
              </a:buClr>
              <a:buSzPts val="1842"/>
              <a:buNone/>
              <a:defRPr sz="1842"/>
            </a:lvl3pPr>
            <a:lvl4pPr lvl="3" algn="ctr">
              <a:lnSpc>
                <a:spcPct val="90000"/>
              </a:lnSpc>
              <a:spcBef>
                <a:spcPts val="512"/>
              </a:spcBef>
              <a:spcAft>
                <a:spcPts val="0"/>
              </a:spcAft>
              <a:buClr>
                <a:schemeClr val="dk1"/>
              </a:buClr>
              <a:buSzPts val="1638"/>
              <a:buNone/>
              <a:defRPr sz="1637"/>
            </a:lvl4pPr>
            <a:lvl5pPr lvl="4" algn="ctr">
              <a:lnSpc>
                <a:spcPct val="90000"/>
              </a:lnSpc>
              <a:spcBef>
                <a:spcPts val="512"/>
              </a:spcBef>
              <a:spcAft>
                <a:spcPts val="0"/>
              </a:spcAft>
              <a:buClr>
                <a:schemeClr val="dk1"/>
              </a:buClr>
              <a:buSzPts val="1638"/>
              <a:buNone/>
              <a:defRPr sz="1637"/>
            </a:lvl5pPr>
            <a:lvl6pPr lvl="5" algn="ctr">
              <a:lnSpc>
                <a:spcPct val="90000"/>
              </a:lnSpc>
              <a:spcBef>
                <a:spcPts val="512"/>
              </a:spcBef>
              <a:spcAft>
                <a:spcPts val="0"/>
              </a:spcAft>
              <a:buClr>
                <a:schemeClr val="dk1"/>
              </a:buClr>
              <a:buSzPts val="1638"/>
              <a:buNone/>
              <a:defRPr sz="1637"/>
            </a:lvl6pPr>
            <a:lvl7pPr lvl="6" algn="ctr">
              <a:lnSpc>
                <a:spcPct val="90000"/>
              </a:lnSpc>
              <a:spcBef>
                <a:spcPts val="512"/>
              </a:spcBef>
              <a:spcAft>
                <a:spcPts val="0"/>
              </a:spcAft>
              <a:buClr>
                <a:schemeClr val="dk1"/>
              </a:buClr>
              <a:buSzPts val="1638"/>
              <a:buNone/>
              <a:defRPr sz="1637"/>
            </a:lvl7pPr>
            <a:lvl8pPr lvl="7" algn="ctr">
              <a:lnSpc>
                <a:spcPct val="90000"/>
              </a:lnSpc>
              <a:spcBef>
                <a:spcPts val="512"/>
              </a:spcBef>
              <a:spcAft>
                <a:spcPts val="0"/>
              </a:spcAft>
              <a:buClr>
                <a:schemeClr val="dk1"/>
              </a:buClr>
              <a:buSzPts val="1638"/>
              <a:buNone/>
              <a:defRPr sz="1637"/>
            </a:lvl8pPr>
            <a:lvl9pPr lvl="8" algn="ctr">
              <a:lnSpc>
                <a:spcPct val="90000"/>
              </a:lnSpc>
              <a:spcBef>
                <a:spcPts val="512"/>
              </a:spcBef>
              <a:spcAft>
                <a:spcPts val="0"/>
              </a:spcAft>
              <a:buClr>
                <a:schemeClr val="dk1"/>
              </a:buClr>
              <a:buSzPts val="1638"/>
              <a:buNone/>
              <a:defRPr sz="1637"/>
            </a:lvl9pPr>
          </a:lstStyle>
          <a:p>
            <a:endParaRPr/>
          </a:p>
        </p:txBody>
      </p:sp>
      <p:sp>
        <p:nvSpPr>
          <p:cNvPr id="14" name="Google Shape;14;p3"/>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643493" y="3286970"/>
            <a:ext cx="8072914" cy="7834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638619" y="3078323"/>
            <a:ext cx="8072914" cy="513624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142"/>
              <a:buFont typeface="Calibri"/>
              <a:buNone/>
              <a:defRPr sz="6142"/>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638619" y="8263161"/>
            <a:ext cx="8072914" cy="270103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24"/>
              </a:spcBef>
              <a:spcAft>
                <a:spcPts val="0"/>
              </a:spcAft>
              <a:buClr>
                <a:schemeClr val="dk1"/>
              </a:buClr>
              <a:buSzPts val="2457"/>
              <a:buNone/>
              <a:defRPr sz="2457">
                <a:solidFill>
                  <a:schemeClr val="dk1"/>
                </a:solidFill>
              </a:defRPr>
            </a:lvl1pPr>
            <a:lvl2pPr marL="914400" lvl="1" indent="-228600" algn="l">
              <a:lnSpc>
                <a:spcPct val="90000"/>
              </a:lnSpc>
              <a:spcBef>
                <a:spcPts val="512"/>
              </a:spcBef>
              <a:spcAft>
                <a:spcPts val="0"/>
              </a:spcAft>
              <a:buClr>
                <a:srgbClr val="888888"/>
              </a:buClr>
              <a:buSzPts val="2047"/>
              <a:buNone/>
              <a:defRPr sz="2045">
                <a:solidFill>
                  <a:srgbClr val="888888"/>
                </a:solidFill>
              </a:defRPr>
            </a:lvl2pPr>
            <a:lvl3pPr marL="1371600" lvl="2" indent="-228600" algn="l">
              <a:lnSpc>
                <a:spcPct val="90000"/>
              </a:lnSpc>
              <a:spcBef>
                <a:spcPts val="512"/>
              </a:spcBef>
              <a:spcAft>
                <a:spcPts val="0"/>
              </a:spcAft>
              <a:buClr>
                <a:srgbClr val="888888"/>
              </a:buClr>
              <a:buSzPts val="1842"/>
              <a:buNone/>
              <a:defRPr sz="1842">
                <a:solidFill>
                  <a:srgbClr val="888888"/>
                </a:solidFill>
              </a:defRPr>
            </a:lvl3pPr>
            <a:lvl4pPr marL="1828800" lvl="3" indent="-228600" algn="l">
              <a:lnSpc>
                <a:spcPct val="90000"/>
              </a:lnSpc>
              <a:spcBef>
                <a:spcPts val="512"/>
              </a:spcBef>
              <a:spcAft>
                <a:spcPts val="0"/>
              </a:spcAft>
              <a:buClr>
                <a:srgbClr val="888888"/>
              </a:buClr>
              <a:buSzPts val="1638"/>
              <a:buNone/>
              <a:defRPr sz="1637">
                <a:solidFill>
                  <a:srgbClr val="888888"/>
                </a:solidFill>
              </a:defRPr>
            </a:lvl4pPr>
            <a:lvl5pPr marL="2286000" lvl="4" indent="-228600" algn="l">
              <a:lnSpc>
                <a:spcPct val="90000"/>
              </a:lnSpc>
              <a:spcBef>
                <a:spcPts val="512"/>
              </a:spcBef>
              <a:spcAft>
                <a:spcPts val="0"/>
              </a:spcAft>
              <a:buClr>
                <a:srgbClr val="888888"/>
              </a:buClr>
              <a:buSzPts val="1638"/>
              <a:buNone/>
              <a:defRPr sz="1637">
                <a:solidFill>
                  <a:srgbClr val="888888"/>
                </a:solidFill>
              </a:defRPr>
            </a:lvl5pPr>
            <a:lvl6pPr marL="2743200" lvl="5" indent="-228600" algn="l">
              <a:lnSpc>
                <a:spcPct val="90000"/>
              </a:lnSpc>
              <a:spcBef>
                <a:spcPts val="512"/>
              </a:spcBef>
              <a:spcAft>
                <a:spcPts val="0"/>
              </a:spcAft>
              <a:buClr>
                <a:srgbClr val="888888"/>
              </a:buClr>
              <a:buSzPts val="1638"/>
              <a:buNone/>
              <a:defRPr sz="1637">
                <a:solidFill>
                  <a:srgbClr val="888888"/>
                </a:solidFill>
              </a:defRPr>
            </a:lvl6pPr>
            <a:lvl7pPr marL="3200400" lvl="6" indent="-228600" algn="l">
              <a:lnSpc>
                <a:spcPct val="90000"/>
              </a:lnSpc>
              <a:spcBef>
                <a:spcPts val="512"/>
              </a:spcBef>
              <a:spcAft>
                <a:spcPts val="0"/>
              </a:spcAft>
              <a:buClr>
                <a:srgbClr val="888888"/>
              </a:buClr>
              <a:buSzPts val="1638"/>
              <a:buNone/>
              <a:defRPr sz="1637">
                <a:solidFill>
                  <a:srgbClr val="888888"/>
                </a:solidFill>
              </a:defRPr>
            </a:lvl7pPr>
            <a:lvl8pPr marL="3657600" lvl="7" indent="-228600" algn="l">
              <a:lnSpc>
                <a:spcPct val="90000"/>
              </a:lnSpc>
              <a:spcBef>
                <a:spcPts val="512"/>
              </a:spcBef>
              <a:spcAft>
                <a:spcPts val="0"/>
              </a:spcAft>
              <a:buClr>
                <a:srgbClr val="888888"/>
              </a:buClr>
              <a:buSzPts val="1638"/>
              <a:buNone/>
              <a:defRPr sz="1637">
                <a:solidFill>
                  <a:srgbClr val="888888"/>
                </a:solidFill>
              </a:defRPr>
            </a:lvl8pPr>
            <a:lvl9pPr marL="4114800" lvl="8" indent="-228600" algn="l">
              <a:lnSpc>
                <a:spcPct val="90000"/>
              </a:lnSpc>
              <a:spcBef>
                <a:spcPts val="512"/>
              </a:spcBef>
              <a:spcAft>
                <a:spcPts val="0"/>
              </a:spcAft>
              <a:buClr>
                <a:srgbClr val="888888"/>
              </a:buClr>
              <a:buSzPts val="1638"/>
              <a:buNone/>
              <a:defRPr sz="1637">
                <a:solidFill>
                  <a:srgbClr val="888888"/>
                </a:solidFill>
              </a:defRPr>
            </a:lvl9pPr>
          </a:lstStyle>
          <a:p>
            <a:endParaRPr/>
          </a:p>
        </p:txBody>
      </p:sp>
      <p:sp>
        <p:nvSpPr>
          <p:cNvPr id="26" name="Google Shape;26;p5"/>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643493" y="3286970"/>
            <a:ext cx="3977958" cy="7834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4738449" y="3286970"/>
            <a:ext cx="3977958" cy="7834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644712"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644713" y="3026872"/>
            <a:ext cx="3959676" cy="148342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24"/>
              </a:spcBef>
              <a:spcAft>
                <a:spcPts val="0"/>
              </a:spcAft>
              <a:buClr>
                <a:schemeClr val="dk1"/>
              </a:buClr>
              <a:buSzPts val="2457"/>
              <a:buNone/>
              <a:defRPr sz="2457" b="1"/>
            </a:lvl1pPr>
            <a:lvl2pPr marL="914400" lvl="1" indent="-228600" algn="l">
              <a:lnSpc>
                <a:spcPct val="90000"/>
              </a:lnSpc>
              <a:spcBef>
                <a:spcPts val="512"/>
              </a:spcBef>
              <a:spcAft>
                <a:spcPts val="0"/>
              </a:spcAft>
              <a:buClr>
                <a:schemeClr val="dk1"/>
              </a:buClr>
              <a:buSzPts val="2047"/>
              <a:buNone/>
              <a:defRPr sz="2045" b="1"/>
            </a:lvl2pPr>
            <a:lvl3pPr marL="1371600" lvl="2" indent="-228600" algn="l">
              <a:lnSpc>
                <a:spcPct val="90000"/>
              </a:lnSpc>
              <a:spcBef>
                <a:spcPts val="512"/>
              </a:spcBef>
              <a:spcAft>
                <a:spcPts val="0"/>
              </a:spcAft>
              <a:buClr>
                <a:schemeClr val="dk1"/>
              </a:buClr>
              <a:buSzPts val="1842"/>
              <a:buNone/>
              <a:defRPr sz="1842" b="1"/>
            </a:lvl3pPr>
            <a:lvl4pPr marL="1828800" lvl="3" indent="-228600" algn="l">
              <a:lnSpc>
                <a:spcPct val="90000"/>
              </a:lnSpc>
              <a:spcBef>
                <a:spcPts val="512"/>
              </a:spcBef>
              <a:spcAft>
                <a:spcPts val="0"/>
              </a:spcAft>
              <a:buClr>
                <a:schemeClr val="dk1"/>
              </a:buClr>
              <a:buSzPts val="1638"/>
              <a:buNone/>
              <a:defRPr sz="1637" b="1"/>
            </a:lvl4pPr>
            <a:lvl5pPr marL="2286000" lvl="4" indent="-228600" algn="l">
              <a:lnSpc>
                <a:spcPct val="90000"/>
              </a:lnSpc>
              <a:spcBef>
                <a:spcPts val="512"/>
              </a:spcBef>
              <a:spcAft>
                <a:spcPts val="0"/>
              </a:spcAft>
              <a:buClr>
                <a:schemeClr val="dk1"/>
              </a:buClr>
              <a:buSzPts val="1638"/>
              <a:buNone/>
              <a:defRPr sz="1637" b="1"/>
            </a:lvl5pPr>
            <a:lvl6pPr marL="2743200" lvl="5" indent="-228600" algn="l">
              <a:lnSpc>
                <a:spcPct val="90000"/>
              </a:lnSpc>
              <a:spcBef>
                <a:spcPts val="512"/>
              </a:spcBef>
              <a:spcAft>
                <a:spcPts val="0"/>
              </a:spcAft>
              <a:buClr>
                <a:schemeClr val="dk1"/>
              </a:buClr>
              <a:buSzPts val="1638"/>
              <a:buNone/>
              <a:defRPr sz="1637" b="1"/>
            </a:lvl6pPr>
            <a:lvl7pPr marL="3200400" lvl="6" indent="-228600" algn="l">
              <a:lnSpc>
                <a:spcPct val="90000"/>
              </a:lnSpc>
              <a:spcBef>
                <a:spcPts val="512"/>
              </a:spcBef>
              <a:spcAft>
                <a:spcPts val="0"/>
              </a:spcAft>
              <a:buClr>
                <a:schemeClr val="dk1"/>
              </a:buClr>
              <a:buSzPts val="1638"/>
              <a:buNone/>
              <a:defRPr sz="1637" b="1"/>
            </a:lvl7pPr>
            <a:lvl8pPr marL="3657600" lvl="7" indent="-228600" algn="l">
              <a:lnSpc>
                <a:spcPct val="90000"/>
              </a:lnSpc>
              <a:spcBef>
                <a:spcPts val="512"/>
              </a:spcBef>
              <a:spcAft>
                <a:spcPts val="0"/>
              </a:spcAft>
              <a:buClr>
                <a:schemeClr val="dk1"/>
              </a:buClr>
              <a:buSzPts val="1638"/>
              <a:buNone/>
              <a:defRPr sz="1637" b="1"/>
            </a:lvl8pPr>
            <a:lvl9pPr marL="4114800" lvl="8" indent="-228600" algn="l">
              <a:lnSpc>
                <a:spcPct val="90000"/>
              </a:lnSpc>
              <a:spcBef>
                <a:spcPts val="512"/>
              </a:spcBef>
              <a:spcAft>
                <a:spcPts val="0"/>
              </a:spcAft>
              <a:buClr>
                <a:schemeClr val="dk1"/>
              </a:buClr>
              <a:buSzPts val="1638"/>
              <a:buNone/>
              <a:defRPr sz="1637" b="1"/>
            </a:lvl9pPr>
          </a:lstStyle>
          <a:p>
            <a:endParaRPr/>
          </a:p>
        </p:txBody>
      </p:sp>
      <p:sp>
        <p:nvSpPr>
          <p:cNvPr id="39" name="Google Shape;39;p7"/>
          <p:cNvSpPr txBox="1">
            <a:spLocks noGrp="1"/>
          </p:cNvSpPr>
          <p:nvPr>
            <p:ph type="body" idx="2"/>
          </p:nvPr>
        </p:nvSpPr>
        <p:spPr>
          <a:xfrm>
            <a:off x="644713" y="4510295"/>
            <a:ext cx="3959676" cy="66339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4738450" y="3026872"/>
            <a:ext cx="3979177" cy="148342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24"/>
              </a:spcBef>
              <a:spcAft>
                <a:spcPts val="0"/>
              </a:spcAft>
              <a:buClr>
                <a:schemeClr val="dk1"/>
              </a:buClr>
              <a:buSzPts val="2457"/>
              <a:buNone/>
              <a:defRPr sz="2457" b="1"/>
            </a:lvl1pPr>
            <a:lvl2pPr marL="914400" lvl="1" indent="-228600" algn="l">
              <a:lnSpc>
                <a:spcPct val="90000"/>
              </a:lnSpc>
              <a:spcBef>
                <a:spcPts val="512"/>
              </a:spcBef>
              <a:spcAft>
                <a:spcPts val="0"/>
              </a:spcAft>
              <a:buClr>
                <a:schemeClr val="dk1"/>
              </a:buClr>
              <a:buSzPts val="2047"/>
              <a:buNone/>
              <a:defRPr sz="2045" b="1"/>
            </a:lvl2pPr>
            <a:lvl3pPr marL="1371600" lvl="2" indent="-228600" algn="l">
              <a:lnSpc>
                <a:spcPct val="90000"/>
              </a:lnSpc>
              <a:spcBef>
                <a:spcPts val="512"/>
              </a:spcBef>
              <a:spcAft>
                <a:spcPts val="0"/>
              </a:spcAft>
              <a:buClr>
                <a:schemeClr val="dk1"/>
              </a:buClr>
              <a:buSzPts val="1842"/>
              <a:buNone/>
              <a:defRPr sz="1842" b="1"/>
            </a:lvl3pPr>
            <a:lvl4pPr marL="1828800" lvl="3" indent="-228600" algn="l">
              <a:lnSpc>
                <a:spcPct val="90000"/>
              </a:lnSpc>
              <a:spcBef>
                <a:spcPts val="512"/>
              </a:spcBef>
              <a:spcAft>
                <a:spcPts val="0"/>
              </a:spcAft>
              <a:buClr>
                <a:schemeClr val="dk1"/>
              </a:buClr>
              <a:buSzPts val="1638"/>
              <a:buNone/>
              <a:defRPr sz="1637" b="1"/>
            </a:lvl4pPr>
            <a:lvl5pPr marL="2286000" lvl="4" indent="-228600" algn="l">
              <a:lnSpc>
                <a:spcPct val="90000"/>
              </a:lnSpc>
              <a:spcBef>
                <a:spcPts val="512"/>
              </a:spcBef>
              <a:spcAft>
                <a:spcPts val="0"/>
              </a:spcAft>
              <a:buClr>
                <a:schemeClr val="dk1"/>
              </a:buClr>
              <a:buSzPts val="1638"/>
              <a:buNone/>
              <a:defRPr sz="1637" b="1"/>
            </a:lvl5pPr>
            <a:lvl6pPr marL="2743200" lvl="5" indent="-228600" algn="l">
              <a:lnSpc>
                <a:spcPct val="90000"/>
              </a:lnSpc>
              <a:spcBef>
                <a:spcPts val="512"/>
              </a:spcBef>
              <a:spcAft>
                <a:spcPts val="0"/>
              </a:spcAft>
              <a:buClr>
                <a:schemeClr val="dk1"/>
              </a:buClr>
              <a:buSzPts val="1638"/>
              <a:buNone/>
              <a:defRPr sz="1637" b="1"/>
            </a:lvl6pPr>
            <a:lvl7pPr marL="3200400" lvl="6" indent="-228600" algn="l">
              <a:lnSpc>
                <a:spcPct val="90000"/>
              </a:lnSpc>
              <a:spcBef>
                <a:spcPts val="512"/>
              </a:spcBef>
              <a:spcAft>
                <a:spcPts val="0"/>
              </a:spcAft>
              <a:buClr>
                <a:schemeClr val="dk1"/>
              </a:buClr>
              <a:buSzPts val="1638"/>
              <a:buNone/>
              <a:defRPr sz="1637" b="1"/>
            </a:lvl7pPr>
            <a:lvl8pPr marL="3657600" lvl="7" indent="-228600" algn="l">
              <a:lnSpc>
                <a:spcPct val="90000"/>
              </a:lnSpc>
              <a:spcBef>
                <a:spcPts val="512"/>
              </a:spcBef>
              <a:spcAft>
                <a:spcPts val="0"/>
              </a:spcAft>
              <a:buClr>
                <a:schemeClr val="dk1"/>
              </a:buClr>
              <a:buSzPts val="1638"/>
              <a:buNone/>
              <a:defRPr sz="1637" b="1"/>
            </a:lvl8pPr>
            <a:lvl9pPr marL="4114800" lvl="8" indent="-228600" algn="l">
              <a:lnSpc>
                <a:spcPct val="90000"/>
              </a:lnSpc>
              <a:spcBef>
                <a:spcPts val="512"/>
              </a:spcBef>
              <a:spcAft>
                <a:spcPts val="0"/>
              </a:spcAft>
              <a:buClr>
                <a:schemeClr val="dk1"/>
              </a:buClr>
              <a:buSzPts val="1638"/>
              <a:buNone/>
              <a:defRPr sz="1637" b="1"/>
            </a:lvl9pPr>
          </a:lstStyle>
          <a:p>
            <a:endParaRPr/>
          </a:p>
        </p:txBody>
      </p:sp>
      <p:sp>
        <p:nvSpPr>
          <p:cNvPr id="41" name="Google Shape;41;p7"/>
          <p:cNvSpPr txBox="1">
            <a:spLocks noGrp="1"/>
          </p:cNvSpPr>
          <p:nvPr>
            <p:ph type="body" idx="4"/>
          </p:nvPr>
        </p:nvSpPr>
        <p:spPr>
          <a:xfrm>
            <a:off x="4738450" y="4510295"/>
            <a:ext cx="3979177" cy="66339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644712" y="823172"/>
            <a:ext cx="3018811" cy="288110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76"/>
              <a:buFont typeface="Calibri"/>
              <a:buNone/>
              <a:defRPr sz="327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3979177" y="1777825"/>
            <a:ext cx="4738449" cy="8774781"/>
          </a:xfrm>
          <a:prstGeom prst="rect">
            <a:avLst/>
          </a:prstGeom>
          <a:noFill/>
          <a:ln>
            <a:noFill/>
          </a:ln>
        </p:spPr>
        <p:txBody>
          <a:bodyPr spcFirstLastPara="1" wrap="square" lIns="91425" tIns="45700" rIns="91425" bIns="45700" anchor="t" anchorCtr="0">
            <a:normAutofit/>
          </a:bodyPr>
          <a:lstStyle>
            <a:lvl1pPr marL="457200" lvl="0" indent="-436626" algn="l">
              <a:lnSpc>
                <a:spcPct val="90000"/>
              </a:lnSpc>
              <a:spcBef>
                <a:spcPts val="1024"/>
              </a:spcBef>
              <a:spcAft>
                <a:spcPts val="0"/>
              </a:spcAft>
              <a:buClr>
                <a:schemeClr val="dk1"/>
              </a:buClr>
              <a:buSzPts val="3276"/>
              <a:buChar char="•"/>
              <a:defRPr sz="3275"/>
            </a:lvl1pPr>
            <a:lvl2pPr marL="914400" lvl="1" indent="-410591" algn="l">
              <a:lnSpc>
                <a:spcPct val="90000"/>
              </a:lnSpc>
              <a:spcBef>
                <a:spcPts val="512"/>
              </a:spcBef>
              <a:spcAft>
                <a:spcPts val="0"/>
              </a:spcAft>
              <a:buClr>
                <a:schemeClr val="dk1"/>
              </a:buClr>
              <a:buSzPts val="2866"/>
              <a:buChar char="•"/>
              <a:defRPr sz="2866"/>
            </a:lvl2pPr>
            <a:lvl3pPr marL="1371600" lvl="2" indent="-384620" algn="l">
              <a:lnSpc>
                <a:spcPct val="90000"/>
              </a:lnSpc>
              <a:spcBef>
                <a:spcPts val="512"/>
              </a:spcBef>
              <a:spcAft>
                <a:spcPts val="0"/>
              </a:spcAft>
              <a:buClr>
                <a:schemeClr val="dk1"/>
              </a:buClr>
              <a:buSzPts val="2457"/>
              <a:buChar char="•"/>
              <a:defRPr sz="2457"/>
            </a:lvl3pPr>
            <a:lvl4pPr marL="1828800" lvl="3" indent="-358585" algn="l">
              <a:lnSpc>
                <a:spcPct val="90000"/>
              </a:lnSpc>
              <a:spcBef>
                <a:spcPts val="512"/>
              </a:spcBef>
              <a:spcAft>
                <a:spcPts val="0"/>
              </a:spcAft>
              <a:buClr>
                <a:schemeClr val="dk1"/>
              </a:buClr>
              <a:buSzPts val="2047"/>
              <a:buChar char="•"/>
              <a:defRPr sz="2045"/>
            </a:lvl4pPr>
            <a:lvl5pPr marL="2286000" lvl="4" indent="-358585" algn="l">
              <a:lnSpc>
                <a:spcPct val="90000"/>
              </a:lnSpc>
              <a:spcBef>
                <a:spcPts val="512"/>
              </a:spcBef>
              <a:spcAft>
                <a:spcPts val="0"/>
              </a:spcAft>
              <a:buClr>
                <a:schemeClr val="dk1"/>
              </a:buClr>
              <a:buSzPts val="2047"/>
              <a:buChar char="•"/>
              <a:defRPr sz="2045"/>
            </a:lvl5pPr>
            <a:lvl6pPr marL="2743200" lvl="5" indent="-358585" algn="l">
              <a:lnSpc>
                <a:spcPct val="90000"/>
              </a:lnSpc>
              <a:spcBef>
                <a:spcPts val="512"/>
              </a:spcBef>
              <a:spcAft>
                <a:spcPts val="0"/>
              </a:spcAft>
              <a:buClr>
                <a:schemeClr val="dk1"/>
              </a:buClr>
              <a:buSzPts val="2047"/>
              <a:buChar char="•"/>
              <a:defRPr sz="2045"/>
            </a:lvl6pPr>
            <a:lvl7pPr marL="3200400" lvl="6" indent="-358585" algn="l">
              <a:lnSpc>
                <a:spcPct val="90000"/>
              </a:lnSpc>
              <a:spcBef>
                <a:spcPts val="512"/>
              </a:spcBef>
              <a:spcAft>
                <a:spcPts val="0"/>
              </a:spcAft>
              <a:buClr>
                <a:schemeClr val="dk1"/>
              </a:buClr>
              <a:buSzPts val="2047"/>
              <a:buChar char="•"/>
              <a:defRPr sz="2045"/>
            </a:lvl7pPr>
            <a:lvl8pPr marL="3657600" lvl="7" indent="-358584" algn="l">
              <a:lnSpc>
                <a:spcPct val="90000"/>
              </a:lnSpc>
              <a:spcBef>
                <a:spcPts val="512"/>
              </a:spcBef>
              <a:spcAft>
                <a:spcPts val="0"/>
              </a:spcAft>
              <a:buClr>
                <a:schemeClr val="dk1"/>
              </a:buClr>
              <a:buSzPts val="2047"/>
              <a:buChar char="•"/>
              <a:defRPr sz="2045"/>
            </a:lvl8pPr>
            <a:lvl9pPr marL="4114800" lvl="8" indent="-358584" algn="l">
              <a:lnSpc>
                <a:spcPct val="90000"/>
              </a:lnSpc>
              <a:spcBef>
                <a:spcPts val="512"/>
              </a:spcBef>
              <a:spcAft>
                <a:spcPts val="0"/>
              </a:spcAft>
              <a:buClr>
                <a:schemeClr val="dk1"/>
              </a:buClr>
              <a:buSzPts val="2047"/>
              <a:buChar char="•"/>
              <a:defRPr sz="2045"/>
            </a:lvl9pPr>
          </a:lstStyle>
          <a:p>
            <a:endParaRPr/>
          </a:p>
        </p:txBody>
      </p:sp>
      <p:sp>
        <p:nvSpPr>
          <p:cNvPr id="57" name="Google Shape;57;p10"/>
          <p:cNvSpPr txBox="1">
            <a:spLocks noGrp="1"/>
          </p:cNvSpPr>
          <p:nvPr>
            <p:ph type="body" idx="2"/>
          </p:nvPr>
        </p:nvSpPr>
        <p:spPr>
          <a:xfrm>
            <a:off x="644712" y="3704273"/>
            <a:ext cx="3018811" cy="68626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24"/>
              </a:spcBef>
              <a:spcAft>
                <a:spcPts val="0"/>
              </a:spcAft>
              <a:buClr>
                <a:schemeClr val="dk1"/>
              </a:buClr>
              <a:buSzPts val="1638"/>
              <a:buNone/>
              <a:defRPr sz="1637"/>
            </a:lvl1pPr>
            <a:lvl2pPr marL="914400" lvl="1" indent="-228600" algn="l">
              <a:lnSpc>
                <a:spcPct val="90000"/>
              </a:lnSpc>
              <a:spcBef>
                <a:spcPts val="512"/>
              </a:spcBef>
              <a:spcAft>
                <a:spcPts val="0"/>
              </a:spcAft>
              <a:buClr>
                <a:schemeClr val="dk1"/>
              </a:buClr>
              <a:buSzPts val="1433"/>
              <a:buNone/>
              <a:defRPr sz="1433"/>
            </a:lvl2pPr>
            <a:lvl3pPr marL="1371600" lvl="2" indent="-228600" algn="l">
              <a:lnSpc>
                <a:spcPct val="90000"/>
              </a:lnSpc>
              <a:spcBef>
                <a:spcPts val="512"/>
              </a:spcBef>
              <a:spcAft>
                <a:spcPts val="0"/>
              </a:spcAft>
              <a:buClr>
                <a:schemeClr val="dk1"/>
              </a:buClr>
              <a:buSzPts val="1228"/>
              <a:buNone/>
              <a:defRPr sz="1228"/>
            </a:lvl3pPr>
            <a:lvl4pPr marL="1828800" lvl="3" indent="-228600" algn="l">
              <a:lnSpc>
                <a:spcPct val="90000"/>
              </a:lnSpc>
              <a:spcBef>
                <a:spcPts val="512"/>
              </a:spcBef>
              <a:spcAft>
                <a:spcPts val="0"/>
              </a:spcAft>
              <a:buClr>
                <a:schemeClr val="dk1"/>
              </a:buClr>
              <a:buSzPts val="1024"/>
              <a:buNone/>
              <a:defRPr sz="1024"/>
            </a:lvl4pPr>
            <a:lvl5pPr marL="2286000" lvl="4" indent="-228600" algn="l">
              <a:lnSpc>
                <a:spcPct val="90000"/>
              </a:lnSpc>
              <a:spcBef>
                <a:spcPts val="512"/>
              </a:spcBef>
              <a:spcAft>
                <a:spcPts val="0"/>
              </a:spcAft>
              <a:buClr>
                <a:schemeClr val="dk1"/>
              </a:buClr>
              <a:buSzPts val="1024"/>
              <a:buNone/>
              <a:defRPr sz="1024"/>
            </a:lvl5pPr>
            <a:lvl6pPr marL="2743200" lvl="5" indent="-228600" algn="l">
              <a:lnSpc>
                <a:spcPct val="90000"/>
              </a:lnSpc>
              <a:spcBef>
                <a:spcPts val="512"/>
              </a:spcBef>
              <a:spcAft>
                <a:spcPts val="0"/>
              </a:spcAft>
              <a:buClr>
                <a:schemeClr val="dk1"/>
              </a:buClr>
              <a:buSzPts val="1024"/>
              <a:buNone/>
              <a:defRPr sz="1024"/>
            </a:lvl6pPr>
            <a:lvl7pPr marL="3200400" lvl="6" indent="-228600" algn="l">
              <a:lnSpc>
                <a:spcPct val="90000"/>
              </a:lnSpc>
              <a:spcBef>
                <a:spcPts val="512"/>
              </a:spcBef>
              <a:spcAft>
                <a:spcPts val="0"/>
              </a:spcAft>
              <a:buClr>
                <a:schemeClr val="dk1"/>
              </a:buClr>
              <a:buSzPts val="1024"/>
              <a:buNone/>
              <a:defRPr sz="1024"/>
            </a:lvl7pPr>
            <a:lvl8pPr marL="3657600" lvl="7" indent="-228600" algn="l">
              <a:lnSpc>
                <a:spcPct val="90000"/>
              </a:lnSpc>
              <a:spcBef>
                <a:spcPts val="512"/>
              </a:spcBef>
              <a:spcAft>
                <a:spcPts val="0"/>
              </a:spcAft>
              <a:buClr>
                <a:schemeClr val="dk1"/>
              </a:buClr>
              <a:buSzPts val="1024"/>
              <a:buNone/>
              <a:defRPr sz="1024"/>
            </a:lvl8pPr>
            <a:lvl9pPr marL="4114800" lvl="8" indent="-228600" algn="l">
              <a:lnSpc>
                <a:spcPct val="90000"/>
              </a:lnSpc>
              <a:spcBef>
                <a:spcPts val="512"/>
              </a:spcBef>
              <a:spcAft>
                <a:spcPts val="0"/>
              </a:spcAft>
              <a:buClr>
                <a:schemeClr val="dk1"/>
              </a:buClr>
              <a:buSzPts val="1024"/>
              <a:buNone/>
              <a:defRPr sz="1024"/>
            </a:lvl9pPr>
          </a:lstStyle>
          <a:p>
            <a:endParaRPr/>
          </a:p>
        </p:txBody>
      </p:sp>
      <p:sp>
        <p:nvSpPr>
          <p:cNvPr id="58" name="Google Shape;58;p10"/>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644712" y="823172"/>
            <a:ext cx="3018811" cy="288110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76"/>
              <a:buFont typeface="Calibri"/>
              <a:buNone/>
              <a:defRPr sz="327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3979177" y="1777825"/>
            <a:ext cx="4738449" cy="8774781"/>
          </a:xfrm>
          <a:prstGeom prst="rect">
            <a:avLst/>
          </a:prstGeom>
          <a:noFill/>
          <a:ln>
            <a:noFill/>
          </a:ln>
        </p:spPr>
      </p:sp>
      <p:sp>
        <p:nvSpPr>
          <p:cNvPr id="64" name="Google Shape;64;p11"/>
          <p:cNvSpPr txBox="1">
            <a:spLocks noGrp="1"/>
          </p:cNvSpPr>
          <p:nvPr>
            <p:ph type="body" idx="1"/>
          </p:nvPr>
        </p:nvSpPr>
        <p:spPr>
          <a:xfrm>
            <a:off x="644712" y="3704273"/>
            <a:ext cx="3018811" cy="68626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24"/>
              </a:spcBef>
              <a:spcAft>
                <a:spcPts val="0"/>
              </a:spcAft>
              <a:buClr>
                <a:schemeClr val="dk1"/>
              </a:buClr>
              <a:buSzPts val="1638"/>
              <a:buNone/>
              <a:defRPr sz="1637"/>
            </a:lvl1pPr>
            <a:lvl2pPr marL="914400" lvl="1" indent="-228600" algn="l">
              <a:lnSpc>
                <a:spcPct val="90000"/>
              </a:lnSpc>
              <a:spcBef>
                <a:spcPts val="512"/>
              </a:spcBef>
              <a:spcAft>
                <a:spcPts val="0"/>
              </a:spcAft>
              <a:buClr>
                <a:schemeClr val="dk1"/>
              </a:buClr>
              <a:buSzPts val="1433"/>
              <a:buNone/>
              <a:defRPr sz="1433"/>
            </a:lvl2pPr>
            <a:lvl3pPr marL="1371600" lvl="2" indent="-228600" algn="l">
              <a:lnSpc>
                <a:spcPct val="90000"/>
              </a:lnSpc>
              <a:spcBef>
                <a:spcPts val="512"/>
              </a:spcBef>
              <a:spcAft>
                <a:spcPts val="0"/>
              </a:spcAft>
              <a:buClr>
                <a:schemeClr val="dk1"/>
              </a:buClr>
              <a:buSzPts val="1228"/>
              <a:buNone/>
              <a:defRPr sz="1228"/>
            </a:lvl3pPr>
            <a:lvl4pPr marL="1828800" lvl="3" indent="-228600" algn="l">
              <a:lnSpc>
                <a:spcPct val="90000"/>
              </a:lnSpc>
              <a:spcBef>
                <a:spcPts val="512"/>
              </a:spcBef>
              <a:spcAft>
                <a:spcPts val="0"/>
              </a:spcAft>
              <a:buClr>
                <a:schemeClr val="dk1"/>
              </a:buClr>
              <a:buSzPts val="1024"/>
              <a:buNone/>
              <a:defRPr sz="1024"/>
            </a:lvl4pPr>
            <a:lvl5pPr marL="2286000" lvl="4" indent="-228600" algn="l">
              <a:lnSpc>
                <a:spcPct val="90000"/>
              </a:lnSpc>
              <a:spcBef>
                <a:spcPts val="512"/>
              </a:spcBef>
              <a:spcAft>
                <a:spcPts val="0"/>
              </a:spcAft>
              <a:buClr>
                <a:schemeClr val="dk1"/>
              </a:buClr>
              <a:buSzPts val="1024"/>
              <a:buNone/>
              <a:defRPr sz="1024"/>
            </a:lvl5pPr>
            <a:lvl6pPr marL="2743200" lvl="5" indent="-228600" algn="l">
              <a:lnSpc>
                <a:spcPct val="90000"/>
              </a:lnSpc>
              <a:spcBef>
                <a:spcPts val="512"/>
              </a:spcBef>
              <a:spcAft>
                <a:spcPts val="0"/>
              </a:spcAft>
              <a:buClr>
                <a:schemeClr val="dk1"/>
              </a:buClr>
              <a:buSzPts val="1024"/>
              <a:buNone/>
              <a:defRPr sz="1024"/>
            </a:lvl6pPr>
            <a:lvl7pPr marL="3200400" lvl="6" indent="-228600" algn="l">
              <a:lnSpc>
                <a:spcPct val="90000"/>
              </a:lnSpc>
              <a:spcBef>
                <a:spcPts val="512"/>
              </a:spcBef>
              <a:spcAft>
                <a:spcPts val="0"/>
              </a:spcAft>
              <a:buClr>
                <a:schemeClr val="dk1"/>
              </a:buClr>
              <a:buSzPts val="1024"/>
              <a:buNone/>
              <a:defRPr sz="1024"/>
            </a:lvl7pPr>
            <a:lvl8pPr marL="3657600" lvl="7" indent="-228600" algn="l">
              <a:lnSpc>
                <a:spcPct val="90000"/>
              </a:lnSpc>
              <a:spcBef>
                <a:spcPts val="512"/>
              </a:spcBef>
              <a:spcAft>
                <a:spcPts val="0"/>
              </a:spcAft>
              <a:buClr>
                <a:schemeClr val="dk1"/>
              </a:buClr>
              <a:buSzPts val="1024"/>
              <a:buNone/>
              <a:defRPr sz="1024"/>
            </a:lvl8pPr>
            <a:lvl9pPr marL="4114800" lvl="8" indent="-228600" algn="l">
              <a:lnSpc>
                <a:spcPct val="90000"/>
              </a:lnSpc>
              <a:spcBef>
                <a:spcPts val="512"/>
              </a:spcBef>
              <a:spcAft>
                <a:spcPts val="0"/>
              </a:spcAft>
              <a:buClr>
                <a:schemeClr val="dk1"/>
              </a:buClr>
              <a:buSzPts val="1024"/>
              <a:buNone/>
              <a:defRPr sz="1024"/>
            </a:lvl9pPr>
          </a:lstStyle>
          <a:p>
            <a:endParaRPr/>
          </a:p>
        </p:txBody>
      </p:sp>
      <p:sp>
        <p:nvSpPr>
          <p:cNvPr id="65" name="Google Shape;65;p11"/>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762739" y="3167725"/>
            <a:ext cx="7834423" cy="80729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2475293" y="4880280"/>
            <a:ext cx="10463999" cy="201822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619663" y="2920550"/>
            <a:ext cx="10463999" cy="593768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504"/>
              <a:buFont typeface="Calibri"/>
              <a:buNone/>
              <a:defRPr sz="4504"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643493" y="3286970"/>
            <a:ext cx="8072914" cy="7834423"/>
          </a:xfrm>
          <a:prstGeom prst="rect">
            <a:avLst/>
          </a:prstGeom>
          <a:noFill/>
          <a:ln>
            <a:noFill/>
          </a:ln>
        </p:spPr>
        <p:txBody>
          <a:bodyPr spcFirstLastPara="1" wrap="square" lIns="91425" tIns="45700" rIns="91425" bIns="45700" anchor="t" anchorCtr="0">
            <a:normAutofit/>
          </a:bodyPr>
          <a:lstStyle>
            <a:lvl1pPr marL="457200" marR="0" lvl="0" indent="-410591" algn="l" rtl="0">
              <a:lnSpc>
                <a:spcPct val="90000"/>
              </a:lnSpc>
              <a:spcBef>
                <a:spcPts val="1024"/>
              </a:spcBef>
              <a:spcAft>
                <a:spcPts val="0"/>
              </a:spcAft>
              <a:buClr>
                <a:schemeClr val="dk1"/>
              </a:buClr>
              <a:buSzPts val="2866"/>
              <a:buFont typeface="Arial"/>
              <a:buChar char="•"/>
              <a:defRPr sz="2866" b="0" i="0" u="none" strike="noStrike" cap="none">
                <a:solidFill>
                  <a:schemeClr val="dk1"/>
                </a:solidFill>
                <a:latin typeface="Calibri"/>
                <a:ea typeface="Calibri"/>
                <a:cs typeface="Calibri"/>
                <a:sym typeface="Calibri"/>
              </a:defRPr>
            </a:lvl1pPr>
            <a:lvl2pPr marL="914400" marR="0" lvl="1" indent="-384620" algn="l" rtl="0">
              <a:lnSpc>
                <a:spcPct val="90000"/>
              </a:lnSpc>
              <a:spcBef>
                <a:spcPts val="512"/>
              </a:spcBef>
              <a:spcAft>
                <a:spcPts val="0"/>
              </a:spcAft>
              <a:buClr>
                <a:schemeClr val="dk1"/>
              </a:buClr>
              <a:buSzPts val="2457"/>
              <a:buFont typeface="Arial"/>
              <a:buChar char="•"/>
              <a:defRPr sz="2457" b="0" i="0" u="none" strike="noStrike" cap="none">
                <a:solidFill>
                  <a:schemeClr val="dk1"/>
                </a:solidFill>
                <a:latin typeface="Calibri"/>
                <a:ea typeface="Calibri"/>
                <a:cs typeface="Calibri"/>
                <a:sym typeface="Calibri"/>
              </a:defRPr>
            </a:lvl2pPr>
            <a:lvl3pPr marL="1371600" marR="0" lvl="2" indent="-358585" algn="l" rtl="0">
              <a:lnSpc>
                <a:spcPct val="90000"/>
              </a:lnSpc>
              <a:spcBef>
                <a:spcPts val="512"/>
              </a:spcBef>
              <a:spcAft>
                <a:spcPts val="0"/>
              </a:spcAft>
              <a:buClr>
                <a:schemeClr val="dk1"/>
              </a:buClr>
              <a:buSzPts val="2047"/>
              <a:buFont typeface="Arial"/>
              <a:buChar char="•"/>
              <a:defRPr sz="2045" b="0" i="0" u="none" strike="noStrike" cap="none">
                <a:solidFill>
                  <a:schemeClr val="dk1"/>
                </a:solidFill>
                <a:latin typeface="Calibri"/>
                <a:ea typeface="Calibri"/>
                <a:cs typeface="Calibri"/>
                <a:sym typeface="Calibri"/>
              </a:defRPr>
            </a:lvl3pPr>
            <a:lvl4pPr marL="1828800" marR="0" lvl="3"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4pPr>
            <a:lvl5pPr marL="2286000" marR="0" lvl="4"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5pPr>
            <a:lvl6pPr marL="2743200" marR="0" lvl="5"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6pPr>
            <a:lvl7pPr marL="3200400" marR="0" lvl="6"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7pPr>
            <a:lvl8pPr marL="3657600" marR="0" lvl="7"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8pPr>
            <a:lvl9pPr marL="4114800" marR="0" lvl="8"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28"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28"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a:stretch/>
        </p:blipFill>
        <p:spPr>
          <a:xfrm>
            <a:off x="31131" y="5880319"/>
            <a:ext cx="9307934" cy="6395746"/>
          </a:xfrm>
          <a:prstGeom prst="rect">
            <a:avLst/>
          </a:prstGeom>
          <a:noFill/>
          <a:ln>
            <a:noFill/>
          </a:ln>
        </p:spPr>
      </p:pic>
      <p:pic>
        <p:nvPicPr>
          <p:cNvPr id="85" name="Google Shape;85;p1"/>
          <p:cNvPicPr preferRelativeResize="0"/>
          <p:nvPr/>
        </p:nvPicPr>
        <p:blipFill rotWithShape="1">
          <a:blip r:embed="rId4">
            <a:alphaModFix/>
          </a:blip>
          <a:srcRect t="9868"/>
          <a:stretch/>
        </p:blipFill>
        <p:spPr>
          <a:xfrm>
            <a:off x="31130" y="8705"/>
            <a:ext cx="9278589" cy="5911859"/>
          </a:xfrm>
          <a:prstGeom prst="rect">
            <a:avLst/>
          </a:prstGeom>
          <a:noFill/>
          <a:ln>
            <a:noFill/>
          </a:ln>
        </p:spPr>
      </p:pic>
      <p:sp>
        <p:nvSpPr>
          <p:cNvPr id="86" name="Google Shape;86;p1"/>
          <p:cNvSpPr txBox="1"/>
          <p:nvPr/>
        </p:nvSpPr>
        <p:spPr>
          <a:xfrm>
            <a:off x="1802455" y="51237"/>
            <a:ext cx="7538394" cy="70784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pt-BR" sz="4000" b="0" i="0" u="none" strike="noStrike" cap="none">
                <a:solidFill>
                  <a:schemeClr val="dk1"/>
                </a:solidFill>
                <a:latin typeface="MS Gothic"/>
                <a:ea typeface="MS Gothic"/>
                <a:cs typeface="MS Gothic"/>
                <a:sym typeface="MS Gothic"/>
              </a:rPr>
              <a:t>Certificado </a:t>
            </a:r>
            <a:endParaRPr sz="4000" b="0" i="0" u="none" strike="noStrike" cap="none">
              <a:solidFill>
                <a:srgbClr val="000000"/>
              </a:solidFill>
              <a:latin typeface="MS Gothic"/>
              <a:ea typeface="MS Gothic"/>
              <a:cs typeface="MS Gothic"/>
              <a:sym typeface="MS Gothic"/>
            </a:endParaRPr>
          </a:p>
        </p:txBody>
      </p:sp>
      <p:cxnSp>
        <p:nvCxnSpPr>
          <p:cNvPr id="87" name="Google Shape;87;p1"/>
          <p:cNvCxnSpPr/>
          <p:nvPr/>
        </p:nvCxnSpPr>
        <p:spPr>
          <a:xfrm>
            <a:off x="6367141" y="5096543"/>
            <a:ext cx="2463392" cy="0"/>
          </a:xfrm>
          <a:prstGeom prst="straightConnector1">
            <a:avLst/>
          </a:prstGeom>
          <a:noFill/>
          <a:ln w="12700" cap="flat" cmpd="sng">
            <a:solidFill>
              <a:schemeClr val="dk1"/>
            </a:solidFill>
            <a:prstDash val="solid"/>
            <a:miter lim="800000"/>
            <a:headEnd type="none" w="sm" len="sm"/>
            <a:tailEnd type="none" w="sm" len="sm"/>
          </a:ln>
        </p:spPr>
      </p:cxnSp>
      <p:sp>
        <p:nvSpPr>
          <p:cNvPr id="88" name="Google Shape;88;p1"/>
          <p:cNvSpPr txBox="1"/>
          <p:nvPr/>
        </p:nvSpPr>
        <p:spPr>
          <a:xfrm>
            <a:off x="1823047" y="785686"/>
            <a:ext cx="7474500" cy="738623"/>
          </a:xfrm>
          <a:prstGeom prst="rect">
            <a:avLst/>
          </a:prstGeom>
          <a:noFill/>
          <a:ln>
            <a:noFill/>
          </a:ln>
        </p:spPr>
        <p:txBody>
          <a:bodyPr spcFirstLastPara="1" wrap="square" lIns="91425" tIns="45700" rIns="91425" bIns="45700" anchor="t" anchorCtr="0">
            <a:spAutoFit/>
          </a:bodyPr>
          <a:lstStyle/>
          <a:p>
            <a:pPr lvl="0" algn="ctr">
              <a:lnSpc>
                <a:spcPct val="150000"/>
              </a:lnSpc>
            </a:pPr>
            <a:r>
              <a:rPr lang="pt-BR" sz="2800" dirty="0"/>
              <a:t>{{NOME}}</a:t>
            </a:r>
            <a:endParaRPr sz="4800" b="0" i="0" u="none" strike="noStrike" cap="none" dirty="0">
              <a:solidFill>
                <a:schemeClr val="dk1"/>
              </a:solidFill>
              <a:latin typeface="Century Gothic"/>
              <a:ea typeface="Century Gothic"/>
              <a:cs typeface="Century Gothic"/>
              <a:sym typeface="Century Gothic"/>
            </a:endParaRPr>
          </a:p>
        </p:txBody>
      </p:sp>
      <p:sp>
        <p:nvSpPr>
          <p:cNvPr id="89" name="Google Shape;89;p1"/>
          <p:cNvSpPr txBox="1"/>
          <p:nvPr/>
        </p:nvSpPr>
        <p:spPr>
          <a:xfrm>
            <a:off x="2015547" y="3458575"/>
            <a:ext cx="7241700" cy="461624"/>
          </a:xfrm>
          <a:prstGeom prst="rect">
            <a:avLst/>
          </a:prstGeom>
          <a:noFill/>
          <a:ln>
            <a:noFill/>
          </a:ln>
        </p:spPr>
        <p:txBody>
          <a:bodyPr spcFirstLastPara="1" wrap="square" lIns="91425" tIns="45700" rIns="91425" bIns="45700" anchor="t" anchorCtr="0">
            <a:spAutoFit/>
          </a:bodyPr>
          <a:lstStyle/>
          <a:p>
            <a:pPr lvl="0" algn="r">
              <a:lnSpc>
                <a:spcPct val="150000"/>
              </a:lnSpc>
              <a:buSzPts val="1600"/>
            </a:pPr>
            <a:r>
              <a:rPr lang="pt-BR" sz="1600" b="0" i="0" u="none" strike="noStrike" cap="none" dirty="0">
                <a:solidFill>
                  <a:schemeClr val="dk1"/>
                </a:solidFill>
                <a:latin typeface="Century Gothic"/>
                <a:ea typeface="Century Gothic"/>
                <a:cs typeface="Century Gothic"/>
                <a:sym typeface="Century Gothic"/>
              </a:rPr>
              <a:t>São José, </a:t>
            </a:r>
            <a:r>
              <a:rPr lang="pt-BR" sz="1600" dirty="0"/>
              <a:t>{{LOCAL_DATA}}</a:t>
            </a:r>
            <a:r>
              <a:rPr lang="pt-BR" sz="1600" b="0" i="0" u="none" strike="noStrike" cap="none" dirty="0">
                <a:solidFill>
                  <a:schemeClr val="dk1"/>
                </a:solidFill>
                <a:latin typeface="Century Gothic"/>
                <a:ea typeface="Century Gothic"/>
                <a:cs typeface="Century Gothic"/>
                <a:sym typeface="Century Gothic"/>
              </a:rPr>
              <a:t>.</a:t>
            </a:r>
            <a:endParaRPr sz="1600" b="0" i="0" u="none" strike="noStrike" cap="none" dirty="0">
              <a:solidFill>
                <a:srgbClr val="000000"/>
              </a:solidFill>
              <a:latin typeface="Century Gothic"/>
              <a:ea typeface="Century Gothic"/>
              <a:cs typeface="Century Gothic"/>
              <a:sym typeface="Century Gothic"/>
            </a:endParaRPr>
          </a:p>
        </p:txBody>
      </p:sp>
      <p:sp>
        <p:nvSpPr>
          <p:cNvPr id="90" name="Google Shape;90;p1"/>
          <p:cNvSpPr txBox="1"/>
          <p:nvPr/>
        </p:nvSpPr>
        <p:spPr>
          <a:xfrm>
            <a:off x="1835219" y="11629943"/>
            <a:ext cx="5966606" cy="276999"/>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dk1"/>
                </a:solidFill>
                <a:latin typeface="Century Gothic"/>
                <a:ea typeface="Century Gothic"/>
                <a:cs typeface="Century Gothic"/>
                <a:sym typeface="Century Gothic"/>
              </a:rPr>
              <a:t>Macromaq Equipamentos Ltda – CNPJ 83.675.413/0001-01</a:t>
            </a:r>
            <a:endParaRPr sz="1200" b="0" i="0" u="none" strike="noStrike" cap="none">
              <a:solidFill>
                <a:schemeClr val="dk1"/>
              </a:solidFill>
              <a:latin typeface="Century Gothic"/>
              <a:ea typeface="Century Gothic"/>
              <a:cs typeface="Century Gothic"/>
              <a:sym typeface="Century Gothic"/>
            </a:endParaRPr>
          </a:p>
        </p:txBody>
      </p:sp>
      <p:sp>
        <p:nvSpPr>
          <p:cNvPr id="91" name="Google Shape;91;p1"/>
          <p:cNvSpPr txBox="1"/>
          <p:nvPr/>
        </p:nvSpPr>
        <p:spPr>
          <a:xfrm>
            <a:off x="1814300" y="579132"/>
            <a:ext cx="7469400" cy="5079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000000"/>
              </a:buClr>
              <a:buSzPts val="1800"/>
              <a:buFont typeface="Arial"/>
              <a:buNone/>
            </a:pPr>
            <a:r>
              <a:rPr lang="pt-BR" sz="1800" b="0" i="0" u="none" strike="noStrike" cap="none">
                <a:solidFill>
                  <a:schemeClr val="dk1"/>
                </a:solidFill>
                <a:latin typeface="Century Gothic"/>
                <a:ea typeface="Century Gothic"/>
                <a:cs typeface="Century Gothic"/>
                <a:sym typeface="Century Gothic"/>
              </a:rPr>
              <a:t>Certifica-se que o Sr.</a:t>
            </a:r>
            <a:endParaRPr sz="1400" b="0" i="0" u="none" strike="noStrike" cap="none">
              <a:solidFill>
                <a:srgbClr val="000000"/>
              </a:solidFill>
              <a:latin typeface="Century Gothic"/>
              <a:ea typeface="Century Gothic"/>
              <a:cs typeface="Century Gothic"/>
              <a:sym typeface="Century Gothic"/>
            </a:endParaRPr>
          </a:p>
        </p:txBody>
      </p:sp>
      <p:sp>
        <p:nvSpPr>
          <p:cNvPr id="92" name="Google Shape;92;p1"/>
          <p:cNvSpPr txBox="1"/>
          <p:nvPr/>
        </p:nvSpPr>
        <p:spPr>
          <a:xfrm>
            <a:off x="1835219" y="1416331"/>
            <a:ext cx="7241700" cy="1951776"/>
          </a:xfrm>
          <a:prstGeom prst="rect">
            <a:avLst/>
          </a:prstGeom>
          <a:noFill/>
          <a:ln>
            <a:noFill/>
          </a:ln>
        </p:spPr>
        <p:txBody>
          <a:bodyPr spcFirstLastPara="1" wrap="square" lIns="91425" tIns="45700" rIns="91425" bIns="45700" anchor="t" anchorCtr="0">
            <a:spAutoFit/>
          </a:bodyPr>
          <a:lstStyle/>
          <a:p>
            <a:pPr marL="12700" marR="5080" lvl="1" indent="144145" algn="just">
              <a:lnSpc>
                <a:spcPct val="150000"/>
              </a:lnSpc>
              <a:spcBef>
                <a:spcPts val="105"/>
              </a:spcBef>
            </a:pPr>
            <a:r>
              <a:rPr lang="pt-BR" sz="1600" b="0" i="0" u="none" strike="noStrike" cap="none" dirty="0">
                <a:solidFill>
                  <a:srgbClr val="000000"/>
                </a:solidFill>
                <a:latin typeface="Century Gothic"/>
                <a:ea typeface="Century Gothic"/>
                <a:cs typeface="Century Gothic"/>
                <a:sym typeface="Century Gothic"/>
              </a:rPr>
              <a:t>Portando o CPF</a:t>
            </a:r>
            <a:r>
              <a:rPr lang="pt-BR" sz="1600" dirty="0">
                <a:latin typeface="Century Gothic"/>
                <a:ea typeface="Century Gothic"/>
                <a:cs typeface="Century Gothic"/>
                <a:sym typeface="Century Gothic"/>
              </a:rPr>
              <a:t> </a:t>
            </a:r>
            <a:r>
              <a:rPr lang="pt-BR" sz="1600" dirty="0"/>
              <a:t>{{CPF}}</a:t>
            </a:r>
            <a:r>
              <a:rPr lang="pt-BR" sz="1600" dirty="0">
                <a:latin typeface="Century Gothic"/>
                <a:ea typeface="Century Gothic"/>
                <a:cs typeface="Century Gothic"/>
                <a:sym typeface="Century Gothic"/>
              </a:rPr>
              <a:t> </a:t>
            </a:r>
            <a:r>
              <a:rPr lang="pt-BR" sz="1600" b="0" i="0" u="none" strike="noStrike" cap="none" dirty="0">
                <a:solidFill>
                  <a:srgbClr val="000000"/>
                </a:solidFill>
                <a:latin typeface="Century Gothic"/>
                <a:ea typeface="Century Gothic"/>
                <a:cs typeface="Century Gothic"/>
                <a:sym typeface="Century Gothic"/>
              </a:rPr>
              <a:t>participou do treinamento em atendimento às Normas Regulamentadora NR06 sobre Equipamentos de Proteção Individual, concluiu com  aproveitamento, com carga horária de 04 horas. Realizado nas dependências da empresa MACROMAQ EQUIPAMENTOS LTDA, no </a:t>
            </a:r>
            <a:r>
              <a:rPr lang="pt-BR" sz="1600" b="0" i="0" u="none" strike="noStrike" cap="none">
                <a:solidFill>
                  <a:srgbClr val="000000"/>
                </a:solidFill>
                <a:latin typeface="Century Gothic"/>
                <a:ea typeface="Century Gothic"/>
                <a:cs typeface="Century Gothic"/>
                <a:sym typeface="Century Gothic"/>
              </a:rPr>
              <a:t>dia </a:t>
            </a:r>
            <a:r>
              <a:rPr lang="pt-BR" sz="1600"/>
              <a:t>{{DATA_TREINAMENTO}}.</a:t>
            </a:r>
            <a:endParaRPr sz="1600" b="0" i="0" u="none" strike="noStrike" cap="none" dirty="0">
              <a:solidFill>
                <a:srgbClr val="000000"/>
              </a:solidFill>
              <a:latin typeface="Century Gothic"/>
              <a:ea typeface="Century Gothic"/>
              <a:cs typeface="Century Gothic"/>
              <a:sym typeface="Century Gothic"/>
            </a:endParaRPr>
          </a:p>
        </p:txBody>
      </p:sp>
      <p:sp>
        <p:nvSpPr>
          <p:cNvPr id="93" name="Google Shape;93;p1"/>
          <p:cNvSpPr txBox="1"/>
          <p:nvPr/>
        </p:nvSpPr>
        <p:spPr>
          <a:xfrm>
            <a:off x="6109576" y="5096543"/>
            <a:ext cx="2978522"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a:solidFill>
                  <a:schemeClr val="dk1"/>
                </a:solidFill>
                <a:latin typeface="Century Gothic"/>
                <a:ea typeface="Century Gothic"/>
                <a:cs typeface="Century Gothic"/>
                <a:sym typeface="Century Gothic"/>
              </a:rPr>
              <a:t>Instrutora / Responsável Técnico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pt-BR" sz="1100">
                <a:solidFill>
                  <a:schemeClr val="dk1"/>
                </a:solidFill>
                <a:latin typeface="Century Gothic"/>
                <a:ea typeface="Century Gothic"/>
                <a:cs typeface="Century Gothic"/>
                <a:sym typeface="Century Gothic"/>
              </a:rPr>
              <a:t>Dilceu M G do Amaral Junior</a:t>
            </a:r>
            <a:r>
              <a:rPr lang="pt-BR" sz="1100" b="0" i="0" u="none" strike="noStrike" cap="none">
                <a:solidFill>
                  <a:schemeClr val="dk1"/>
                </a:solidFill>
                <a:latin typeface="Century Gothic"/>
                <a:ea typeface="Century Gothic"/>
                <a:cs typeface="Century Gothic"/>
                <a:sym typeface="Century Gothic"/>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pt-BR" sz="1100">
                <a:solidFill>
                  <a:schemeClr val="dk1"/>
                </a:solidFill>
                <a:latin typeface="Century Gothic"/>
                <a:ea typeface="Century Gothic"/>
                <a:cs typeface="Century Gothic"/>
                <a:sym typeface="Century Gothic"/>
              </a:rPr>
              <a:t>Téc.</a:t>
            </a:r>
            <a:r>
              <a:rPr lang="pt-BR" sz="1100" b="0" i="0" u="none" strike="noStrike" cap="none">
                <a:solidFill>
                  <a:schemeClr val="dk1"/>
                </a:solidFill>
                <a:latin typeface="Century Gothic"/>
                <a:ea typeface="Century Gothic"/>
                <a:cs typeface="Century Gothic"/>
                <a:sym typeface="Century Gothic"/>
              </a:rPr>
              <a:t> em Segurança do Trabalho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Century Gothic"/>
              <a:ea typeface="Century Gothic"/>
              <a:cs typeface="Century Gothic"/>
              <a:sym typeface="Century Gothic"/>
            </a:endParaRPr>
          </a:p>
        </p:txBody>
      </p:sp>
      <p:sp>
        <p:nvSpPr>
          <p:cNvPr id="94" name="Google Shape;94;p1"/>
          <p:cNvSpPr txBox="1"/>
          <p:nvPr/>
        </p:nvSpPr>
        <p:spPr>
          <a:xfrm>
            <a:off x="9524" y="6184892"/>
            <a:ext cx="9340851"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pt-BR" sz="3200" b="0" i="0" u="none" strike="noStrike" cap="none">
                <a:solidFill>
                  <a:schemeClr val="dk1"/>
                </a:solidFill>
                <a:latin typeface="Century Gothic"/>
                <a:ea typeface="Century Gothic"/>
                <a:cs typeface="Century Gothic"/>
                <a:sym typeface="Century Gothic"/>
              </a:rPr>
              <a:t>Conteúdo Programático</a:t>
            </a:r>
            <a:endParaRPr sz="1100" b="0" i="0" u="none" strike="noStrike" cap="none">
              <a:solidFill>
                <a:srgbClr val="000000"/>
              </a:solidFill>
              <a:latin typeface="Century Gothic"/>
              <a:ea typeface="Century Gothic"/>
              <a:cs typeface="Century Gothic"/>
              <a:sym typeface="Century Gothic"/>
            </a:endParaRPr>
          </a:p>
        </p:txBody>
      </p:sp>
      <p:sp>
        <p:nvSpPr>
          <p:cNvPr id="95" name="Google Shape;95;p1"/>
          <p:cNvSpPr/>
          <p:nvPr/>
        </p:nvSpPr>
        <p:spPr>
          <a:xfrm>
            <a:off x="212652" y="6837339"/>
            <a:ext cx="9044548" cy="3970277"/>
          </a:xfrm>
          <a:prstGeom prst="rect">
            <a:avLst/>
          </a:prstGeom>
          <a:noFill/>
          <a:ln>
            <a:noFill/>
          </a:ln>
        </p:spPr>
        <p:txBody>
          <a:bodyPr spcFirstLastPara="1" wrap="square" lIns="91425" tIns="45700" rIns="91425" bIns="45700" anchor="t" anchorCtr="0">
            <a:spAutoFit/>
          </a:bodyPr>
          <a:lstStyle/>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Legislação e Conhecendo a NR 06;</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Responsabilidades, direitos e obrigações;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Importância do uso dos EPIs;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Características Técnicas dos EPIs;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Modo de Utilização dos EPIs;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endParaRPr sz="1400" b="0" i="0" u="none" strike="noStrike" cap="none">
              <a:solidFill>
                <a:schemeClr val="dk1"/>
              </a:solidFill>
              <a:latin typeface="Century Gothic"/>
              <a:ea typeface="Century Gothic"/>
              <a:cs typeface="Century Gothic"/>
              <a:sym typeface="Century Gothic"/>
            </a:endParaRPr>
          </a:p>
          <a:p>
            <a:pPr marL="0" marR="0" lvl="3" indent="0" algn="ctr" rtl="0">
              <a:lnSpc>
                <a:spcPct val="150000"/>
              </a:lnSpc>
              <a:spcBef>
                <a:spcPts val="0"/>
              </a:spcBef>
              <a:spcAft>
                <a:spcPts val="0"/>
              </a:spcAft>
              <a:buClr>
                <a:srgbClr val="000000"/>
              </a:buClr>
              <a:buSzPts val="1400"/>
              <a:buFont typeface="Arial"/>
              <a:buNone/>
            </a:pPr>
            <a:endParaRPr sz="1400" b="0" i="0" u="none" strike="noStrike" cap="none">
              <a:solidFill>
                <a:schemeClr val="dk1"/>
              </a:solidFill>
              <a:latin typeface="Century Gothic"/>
              <a:ea typeface="Century Gothic"/>
              <a:cs typeface="Century Gothic"/>
              <a:sym typeface="Century Gothic"/>
            </a:endParaRPr>
          </a:p>
          <a:p>
            <a:pPr marL="0" marR="0" lvl="3" indent="0" algn="ctr" rtl="0">
              <a:lnSpc>
                <a:spcPct val="150000"/>
              </a:lnSpc>
              <a:spcBef>
                <a:spcPts val="0"/>
              </a:spcBef>
              <a:spcAft>
                <a:spcPts val="0"/>
              </a:spcAft>
              <a:buClr>
                <a:srgbClr val="000000"/>
              </a:buClr>
              <a:buSzPts val="1400"/>
              <a:buFont typeface="Arial"/>
              <a:buNone/>
            </a:pPr>
            <a:endParaRPr sz="1400" b="0" i="0" u="none" strike="noStrike" cap="none">
              <a:solidFill>
                <a:schemeClr val="dk1"/>
              </a:solidFill>
              <a:latin typeface="Century Gothic"/>
              <a:ea typeface="Century Gothic"/>
              <a:cs typeface="Century Gothic"/>
              <a:sym typeface="Century Gothic"/>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Periodicidade de trocas, guarda e conservação;</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Treinamento prático de utilização dos EPIs.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Proteção Auditiva e Proteção Respiratória;</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endParaRPr sz="1400" b="0" i="0" u="none" strike="noStrike" cap="none">
              <a:solidFill>
                <a:schemeClr val="dk1"/>
              </a:solidFill>
              <a:latin typeface="Century Gothic"/>
              <a:ea typeface="Century Gothic"/>
              <a:cs typeface="Century Gothic"/>
              <a:sym typeface="Century Gothic"/>
            </a:endParaRPr>
          </a:p>
        </p:txBody>
      </p:sp>
      <p:sp>
        <p:nvSpPr>
          <p:cNvPr id="96" name="Google Shape;96;p1"/>
          <p:cNvSpPr/>
          <p:nvPr/>
        </p:nvSpPr>
        <p:spPr>
          <a:xfrm>
            <a:off x="0" y="324930"/>
            <a:ext cx="1908748" cy="55395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pt-BR" sz="3000" b="1" i="0" u="none" strike="noStrike" cap="none">
                <a:solidFill>
                  <a:schemeClr val="lt1"/>
                </a:solidFill>
                <a:latin typeface="Arial Black"/>
                <a:ea typeface="Arial Black"/>
                <a:cs typeface="Arial Black"/>
                <a:sym typeface="Arial Black"/>
              </a:rPr>
              <a:t>NR06</a:t>
            </a:r>
            <a:endParaRPr sz="3000" b="1" i="0" u="none" strike="noStrike" cap="none">
              <a:solidFill>
                <a:schemeClr val="lt1"/>
              </a:solidFill>
              <a:latin typeface="Arial Black"/>
              <a:ea typeface="Arial Black"/>
              <a:cs typeface="Arial Black"/>
              <a:sym typeface="Arial Black"/>
            </a:endParaRPr>
          </a:p>
        </p:txBody>
      </p:sp>
      <p:sp>
        <p:nvSpPr>
          <p:cNvPr id="97" name="Google Shape;97;p1"/>
          <p:cNvSpPr txBox="1"/>
          <p:nvPr/>
        </p:nvSpPr>
        <p:spPr>
          <a:xfrm>
            <a:off x="1802455" y="5095473"/>
            <a:ext cx="3133500" cy="623207"/>
          </a:xfrm>
          <a:prstGeom prst="rect">
            <a:avLst/>
          </a:prstGeom>
          <a:noFill/>
          <a:ln>
            <a:noFill/>
          </a:ln>
        </p:spPr>
        <p:txBody>
          <a:bodyPr spcFirstLastPara="1" wrap="square" lIns="91425" tIns="45700" rIns="91425" bIns="45700" anchor="t" anchorCtr="0">
            <a:spAutoFit/>
          </a:bodyPr>
          <a:lstStyle/>
          <a:p>
            <a:pPr lvl="0" algn="ctr">
              <a:lnSpc>
                <a:spcPct val="150000"/>
              </a:lnSpc>
            </a:pPr>
            <a:r>
              <a:rPr lang="pt-BR" sz="1200" dirty="0"/>
              <a:t>{{NOME}}</a:t>
            </a:r>
            <a:br>
              <a:rPr lang="pt-BR" sz="1200" dirty="0"/>
            </a:br>
            <a:r>
              <a:rPr lang="pt-BR" sz="1100" dirty="0"/>
              <a:t>{{FUNCAO}}</a:t>
            </a:r>
            <a:endParaRPr sz="1100" b="0" i="0" u="none" strike="noStrike" cap="none" dirty="0">
              <a:solidFill>
                <a:schemeClr val="dk1"/>
              </a:solidFill>
              <a:latin typeface="Century Gothic"/>
              <a:ea typeface="Century Gothic"/>
              <a:cs typeface="Century Gothic"/>
              <a:sym typeface="Century Gothic"/>
            </a:endParaRPr>
          </a:p>
        </p:txBody>
      </p:sp>
      <p:cxnSp>
        <p:nvCxnSpPr>
          <p:cNvPr id="98" name="Google Shape;98;p1"/>
          <p:cNvCxnSpPr/>
          <p:nvPr/>
        </p:nvCxnSpPr>
        <p:spPr>
          <a:xfrm>
            <a:off x="2094284" y="5096543"/>
            <a:ext cx="2463392" cy="0"/>
          </a:xfrm>
          <a:prstGeom prst="straightConnector1">
            <a:avLst/>
          </a:prstGeom>
          <a:noFill/>
          <a:ln w="12700" cap="flat" cmpd="sng">
            <a:solidFill>
              <a:schemeClr val="dk1"/>
            </a:solidFill>
            <a:prstDash val="solid"/>
            <a:miter lim="800000"/>
            <a:headEnd type="none" w="sm" len="sm"/>
            <a:tailEnd type="none" w="sm" len="sm"/>
          </a:ln>
        </p:spPr>
      </p:cxnSp>
      <p:sp>
        <p:nvSpPr>
          <p:cNvPr id="99" name="Google Shape;99;p1"/>
          <p:cNvSpPr txBox="1"/>
          <p:nvPr/>
        </p:nvSpPr>
        <p:spPr>
          <a:xfrm>
            <a:off x="2194590" y="11226569"/>
            <a:ext cx="4726172" cy="374526"/>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1400"/>
              <a:buFont typeface="Arial"/>
              <a:buNone/>
            </a:pPr>
            <a:r>
              <a:rPr lang="pt-BR" sz="1400" b="0" i="0" u="none" strike="noStrike" cap="none">
                <a:solidFill>
                  <a:srgbClr val="000000"/>
                </a:solidFill>
                <a:latin typeface="Century Gothic"/>
                <a:ea typeface="Century Gothic"/>
                <a:cs typeface="Century Gothic"/>
                <a:sym typeface="Century Gothic"/>
              </a:rPr>
              <a:t>Validade 02 anos</a:t>
            </a:r>
            <a:endParaRPr sz="1400" b="0" i="0" u="none" strike="noStrike" cap="none">
              <a:solidFill>
                <a:schemeClr val="dk1"/>
              </a:solidFill>
              <a:latin typeface="Century Gothic"/>
              <a:ea typeface="Century Gothic"/>
              <a:cs typeface="Century Gothic"/>
              <a:sym typeface="Century Gothic"/>
            </a:endParaRPr>
          </a:p>
        </p:txBody>
      </p:sp>
      <p:pic>
        <p:nvPicPr>
          <p:cNvPr id="100" name="Google Shape;100;p1"/>
          <p:cNvPicPr preferRelativeResize="0"/>
          <p:nvPr/>
        </p:nvPicPr>
        <p:blipFill>
          <a:blip r:embed="rId5">
            <a:alphaModFix/>
          </a:blip>
          <a:stretch>
            <a:fillRect/>
          </a:stretch>
        </p:blipFill>
        <p:spPr>
          <a:xfrm>
            <a:off x="7084488" y="4165788"/>
            <a:ext cx="1123950" cy="1085850"/>
          </a:xfrm>
          <a:prstGeom prst="rect">
            <a:avLst/>
          </a:prstGeom>
          <a:noFill/>
          <a:ln>
            <a:noFill/>
          </a:ln>
        </p:spPr>
      </p:pic>
    </p:spTree>
  </p:cSld>
  <p:clrMapOvr>
    <a:masterClrMapping/>
  </p:clrMapOvr>
</p:sld>
</file>

<file path=ppt/theme/theme1.xml><?xml version="1.0" encoding="utf-8"?>
<a:theme xmlns:a="http://schemas.openxmlformats.org/drawingml/2006/main" name="Tema do Office">
  <a:themeElements>
    <a:clrScheme name="Tema do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151</Words>
  <Application>Microsoft Office PowerPoint</Application>
  <PresentationFormat>Personalizar</PresentationFormat>
  <Paragraphs>24</Paragraphs>
  <Slides>1</Slides>
  <Notes>1</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vt:i4>
      </vt:variant>
    </vt:vector>
  </HeadingPairs>
  <TitlesOfParts>
    <vt:vector size="7" baseType="lpstr">
      <vt:lpstr>Arial Black</vt:lpstr>
      <vt:lpstr>Century Gothic</vt:lpstr>
      <vt:lpstr>MS Gothic</vt:lpstr>
      <vt:lpstr>Calibri</vt:lpstr>
      <vt:lpstr>Arial</vt:lpstr>
      <vt:lpstr>Tema do Office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Simone Francisco Santos</dc:creator>
  <cp:lastModifiedBy>Dilceu Miltonete Gomes</cp:lastModifiedBy>
  <cp:revision>1</cp:revision>
  <dcterms:created xsi:type="dcterms:W3CDTF">2019-12-12T17:16:04Z</dcterms:created>
  <dcterms:modified xsi:type="dcterms:W3CDTF">2026-05-04T16:56:17Z</dcterms:modified>
</cp:coreProperties>
</file>